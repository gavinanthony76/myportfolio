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</p:sldIdLst>
  <p:sldSz cx="12192000" cy="6858000" type="screen4x3"/>
  <p:notesSz cx="6858000" cy="9144000"/>
  <p:embeddedFontLst>
    <p:embeddedFont>
      <p:font typeface="Arvo" pitchFamily="2" charset="0"/>
      <p:regular r:id="rId11"/>
      <p:bold r:id="rId8"/>
      <p:italic r:id="rId10"/>
      <p:boldItalic r:id="rId9"/>
    </p:embeddedFont>
    <p:embeddedFont>
      <p:font typeface="Inter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2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Relationship Id="rId20" Type="http://schemas.openxmlformats.org/officeDocument/2006/relationships/image" Target="../media/image55.png"/><Relationship Id="rId21" Type="http://schemas.openxmlformats.org/officeDocument/2006/relationships/image" Target="../media/image5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90154" y="2841873"/>
            <a:ext cx="7811690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Website Analysis: gavineanthony.com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21930" y="3574405"/>
            <a:ext cx="6548139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0">
                <a:solidFill>
                  <a:srgbClr val="34495E"/>
                </a:solidFill>
                <a:latin typeface="Inter"/>
              </a:rPr>
              <a:t>Comprehensive Review, Feedback &amp; Strategic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7873" y="6076950"/>
            <a:ext cx="193625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F8C8D"/>
                </a:solidFill>
                <a:latin typeface="Inter"/>
              </a:rPr>
              <a:t>Professional Website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7517" y="6315075"/>
            <a:ext cx="95696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F8C8D"/>
                </a:solidFill>
                <a:latin typeface="Inter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15556" y="304800"/>
            <a:ext cx="3760737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Website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2133600"/>
            <a:ext cx="611505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409229"/>
            <a:ext cx="3298626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C3E50"/>
                </a:solidFill>
                <a:latin typeface="Arvo"/>
              </a:rPr>
              <a:t>About gavineanthony.com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52750"/>
            <a:ext cx="180975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5384" y="2952005"/>
            <a:ext cx="4968835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4495E"/>
                </a:solidFill>
                <a:latin typeface="Inter"/>
              </a:rPr>
              <a:t>Gavin Anthony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is a professional full-stack web developer specializing in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modern web applications.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71875"/>
            <a:ext cx="152400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0679" y="3569047"/>
            <a:ext cx="5165883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4495E"/>
                </a:solidFill>
                <a:latin typeface="Inter"/>
              </a:rPr>
              <a:t>Based in 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Austin, Texas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, serving clients with React, Node.js, and TypeScript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expertise.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191000"/>
            <a:ext cx="2476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50" y="4186088"/>
            <a:ext cx="5189845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4495E"/>
                </a:solidFill>
                <a:latin typeface="Inter"/>
              </a:rPr>
              <a:t>Offers services from 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landing pages to complete web applications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, focusing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on e-commerce development.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886325"/>
            <a:ext cx="548640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5280" y="4976514"/>
            <a:ext cx="4956988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1">
                <a:solidFill>
                  <a:srgbClr val="7F8C8D"/>
                </a:solidFill>
                <a:latin typeface="Times New Roman"/>
              </a:rPr>
              <a:t>Key Insight:</a:t>
            </a:r>
            <a:r>
              <a:rPr sz="1080" b="0" i="1">
                <a:solidFill>
                  <a:srgbClr val="7F8C8D"/>
                </a:solidFill>
                <a:latin typeface="Times New Roman"/>
              </a:rPr>
              <a:t> The website positions Gavin as a specialized full-stack developer with clear</a:t>
            </a:r>
            <a:r>
              <a:rPr sz="1080" b="0" i="1">
                <a:solidFill>
                  <a:srgbClr val="7F8C8D"/>
                </a:solidFill>
                <a:latin typeface="Times New Roman"/>
              </a:rPr>
              <a:t> service offerings, though portfolio content is dynamically loaded via React.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2381250"/>
            <a:ext cx="5334000" cy="3200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533650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1122" y="304800"/>
            <a:ext cx="6609605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Technical Architecture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5142" y="2182415"/>
            <a:ext cx="5141714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C3E50"/>
                </a:solidFill>
                <a:latin typeface="Arvo"/>
              </a:rPr>
              <a:t>Modern Tech Stack Implementation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857500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52600" y="2849165"/>
            <a:ext cx="8685014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React.js SPA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with modern build tools - site uses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Vite bundling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for optimized performance and fast development cycles.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3371850"/>
            <a:ext cx="200025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24025" y="3374826"/>
            <a:ext cx="8872388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Node.js backend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specialization clearly stated - demonstrates expertise in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full-stack JavaScript development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ecosystem.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3895725"/>
            <a:ext cx="228600" cy="238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600" y="3900487"/>
            <a:ext cx="886956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Security headers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properly implemented - includes CSP, XSS protection, and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HTTPS enforcement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for production security.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8275" y="4429125"/>
            <a:ext cx="238125" cy="238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2600" y="4426148"/>
            <a:ext cx="860375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SEO optimization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with structured data - comprehensive meta tags,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Schema.org markup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, and social media integration.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5048250"/>
            <a:ext cx="92964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5161359"/>
            <a:ext cx="8969424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2C3E50"/>
                </a:solidFill>
                <a:latin typeface="Times New Roman"/>
              </a:rPr>
              <a:t>Technical Assessment:</a:t>
            </a:r>
            <a:r>
              <a:rPr sz="1200" b="0" i="1">
                <a:solidFill>
                  <a:srgbClr val="34495E"/>
                </a:solidFill>
                <a:latin typeface="Times New Roman"/>
              </a:rPr>
              <a:t> The website demonstrates solid modern web development practices with proper security implementation and performance</a:t>
            </a:r>
            <a:r>
              <a:rPr sz="1200" b="0" i="1">
                <a:solidFill>
                  <a:srgbClr val="34495E"/>
                </a:solidFill>
                <a:latin typeface="Times New Roman"/>
              </a:rPr>
              <a:t> optimization, though content delivery could be enhanced.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61109" y="304800"/>
            <a:ext cx="586978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Strengths: What Works Well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33650"/>
            <a:ext cx="48768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19800" y="1671637"/>
            <a:ext cx="3004839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C3E50"/>
                </a:solidFill>
                <a:latin typeface="Arvo"/>
              </a:rPr>
              <a:t>Technical Excellence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2333625"/>
            <a:ext cx="228600" cy="23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24600" y="2338387"/>
            <a:ext cx="4996904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Comprehensive security headers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including XSS protection, content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type options, and frame options for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robust security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275" y="3057525"/>
            <a:ext cx="238125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4600" y="3062287"/>
            <a:ext cx="5105548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Excellent SEO foundation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with structured data, Open Graph tags, and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proper meta descriptions for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search visibility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379095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4600" y="3786187"/>
            <a:ext cx="5139779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Performance optimizations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including font preconnection, Google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Analytics integration, and efficient asset loading for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fast page speeds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451485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4600" y="4510087"/>
            <a:ext cx="4908649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Modern React architecture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with proper viewport configuration and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responsive design principles for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mobile compatibility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5334000"/>
            <a:ext cx="5486400" cy="800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34100" y="5443537"/>
            <a:ext cx="5133082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7F8C8D"/>
                </a:solidFill>
                <a:latin typeface="Inter"/>
              </a:rPr>
              <a:t>Key Insight:</a:t>
            </a:r>
            <a:r>
              <a:rPr sz="1200" b="0" i="1">
                <a:solidFill>
                  <a:srgbClr val="7F8C8D"/>
                </a:solidFill>
                <a:latin typeface="Inter"/>
              </a:rPr>
              <a:t> The website demonstrates strong technical fundamentals</a:t>
            </a:r>
            <a:r>
              <a:rPr sz="1200" b="0" i="1">
                <a:solidFill>
                  <a:srgbClr val="7F8C8D"/>
                </a:solidFill>
                <a:latin typeface="Inter"/>
              </a:rPr>
              <a:t> with professional-grade security, SEO, and performance optimizations</a:t>
            </a:r>
            <a:r>
              <a:rPr sz="1200" b="0" i="1">
                <a:solidFill>
                  <a:srgbClr val="7F8C8D"/>
                </a:solidFill>
                <a:latin typeface="Inter"/>
              </a:rPr>
              <a:t> that reflect Gavin's full-stack expertise.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88109" y="304800"/>
            <a:ext cx="481563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Areas for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5930" y="2182415"/>
            <a:ext cx="4440138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C3E50"/>
                </a:solidFill>
                <a:latin typeface="Arvo"/>
              </a:rPr>
              <a:t>Critical Weaknesses Identified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275" y="2847975"/>
            <a:ext cx="3048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9750" y="2849165"/>
            <a:ext cx="8464897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No visible portfolio content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React SPA loads dynamically but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visitors see empty page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without JavaScript enabled.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3381375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2600" y="3374826"/>
            <a:ext cx="8414146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Missing visual elements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No hero images, project screenshots, or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visual proof of work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to engage potential clients.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8275" y="3895725"/>
            <a:ext cx="3048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9750" y="3900487"/>
            <a:ext cx="8026449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Limited contact options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Only email provided with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no phone number or contact form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for immediate inquiries.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443865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2600" y="4426148"/>
            <a:ext cx="7692181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No social proof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Missing client testimonials, case studies, or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project metrics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to build credibility and trust.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5048250"/>
            <a:ext cx="92964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5161359"/>
            <a:ext cx="8995916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2C3E50"/>
                </a:solidFill>
                <a:latin typeface="Times New Roman"/>
              </a:rPr>
              <a:t>Priority Assessment:</a:t>
            </a:r>
            <a:r>
              <a:rPr sz="1200" b="0" i="1">
                <a:solidFill>
                  <a:srgbClr val="34495E"/>
                </a:solidFill>
                <a:latin typeface="Times New Roman"/>
              </a:rPr>
              <a:t> The website's technical foundation is solid, but lacks essential content and engagement elements that potential clients expect</a:t>
            </a:r>
            <a:r>
              <a:rPr sz="1200" b="0" i="1">
                <a:solidFill>
                  <a:srgbClr val="34495E"/>
                </a:solidFill>
                <a:latin typeface="Times New Roman"/>
              </a:rPr>
              <a:t> from a professional developer portfolio.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41315" y="304800"/>
            <a:ext cx="5909369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User Experience Assessment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1914525"/>
            <a:ext cx="5248275" cy="405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51955" y="2189857"/>
            <a:ext cx="1708249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C3E50"/>
                </a:solidFill>
                <a:latin typeface="Arvo"/>
              </a:rPr>
              <a:t>Current State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2771775"/>
            <a:ext cx="3048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59259" y="2772667"/>
            <a:ext cx="3863429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No visible content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React app loads dynamically but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shows empty page to visitors initially.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" y="3505200"/>
            <a:ext cx="2667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0684" y="3496567"/>
            <a:ext cx="3959572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Missing portfolio showcase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No visible projects, case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studies, or work examples displayed.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4219575"/>
            <a:ext cx="30480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59259" y="4220467"/>
            <a:ext cx="4157364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Limited contact options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Only email provided, no phone,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form, or scheduling system available.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495300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02109" y="4944367"/>
            <a:ext cx="4305448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Slow content discovery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Users must wait for JavaScript to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load before seeing any meaningful content.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1914525"/>
            <a:ext cx="5248275" cy="405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3366" y="2189857"/>
            <a:ext cx="2284958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C3E50"/>
                </a:solidFill>
                <a:latin typeface="Arvo"/>
              </a:rPr>
              <a:t>User Expectations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2771775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1800" y="2772667"/>
            <a:ext cx="4010025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Instant content visibility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Users expect to see portfolio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content immediately upon page load.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505200"/>
            <a:ext cx="257175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10375" y="3496567"/>
            <a:ext cx="4232671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Visual project gallery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Potential clients want to see actual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work examples and case studies.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475" y="4229100"/>
            <a:ext cx="3048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38950" y="4220467"/>
            <a:ext cx="4046487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Multiple contact methods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Users prefer contact forms,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scheduling links, or direct phone options.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4953000"/>
            <a:ext cx="257175" cy="2381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10375" y="4944367"/>
            <a:ext cx="3842146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Social proof elements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Testimonials, client logos, or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reviews to build trust and credibility.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91855" y="304800"/>
            <a:ext cx="4408289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Competitive Analysis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1362075"/>
            <a:ext cx="6115050" cy="5153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639490"/>
            <a:ext cx="3087588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C3E50"/>
                </a:solidFill>
                <a:latin typeface="Arvo"/>
              </a:rPr>
              <a:t>Industry Comparison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2314575"/>
            <a:ext cx="2762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9175" y="2306240"/>
            <a:ext cx="5100935" cy="434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Most developer portfolios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showcase actual projects with screenshots,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case studies, and detailed descriptions of their work.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067050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7750" y="3060501"/>
            <a:ext cx="5193059" cy="434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Successful portfolios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include client testimonials, project outcomes, and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clear value propositions to build trust with visitors.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819525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600" y="3814762"/>
            <a:ext cx="4624387" cy="434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Gavin's site lacks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visible portfolio content, making it difficult for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potential clients to assess his capabilities and experience.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572000"/>
            <a:ext cx="238125" cy="238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0600" y="4569023"/>
            <a:ext cx="5097065" cy="434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4495E"/>
                </a:solidFill>
                <a:latin typeface="Inter"/>
              </a:rPr>
              <a:t>Missing elements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include clear pricing information, service packages,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and multiple contact methods beyond just email.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419725"/>
            <a:ext cx="5486400" cy="742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8200" y="5532834"/>
            <a:ext cx="5100339" cy="504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7F8C8D"/>
                </a:solidFill>
                <a:latin typeface="Times New Roman"/>
              </a:rPr>
              <a:t>Competitive Gap:</a:t>
            </a:r>
            <a:r>
              <a:rPr sz="1200" b="0" i="1">
                <a:solidFill>
                  <a:srgbClr val="7F8C8D"/>
                </a:solidFill>
                <a:latin typeface="Times New Roman"/>
              </a:rPr>
              <a:t> While technically sound, the website falls behind competitors in</a:t>
            </a:r>
            <a:r>
              <a:rPr sz="1200" b="0" i="1">
                <a:solidFill>
                  <a:srgbClr val="7F8C8D"/>
                </a:solidFill>
                <a:latin typeface="Times New Roman"/>
              </a:rPr>
              <a:t> content visibility and user engagement, potentially losing clients to more</a:t>
            </a:r>
            <a:r>
              <a:rPr sz="1200" b="0" i="1">
                <a:solidFill>
                  <a:srgbClr val="7F8C8D"/>
                </a:solidFill>
                <a:latin typeface="Times New Roman"/>
              </a:rPr>
              <a:t> comprehensive portfolios.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2105025"/>
            <a:ext cx="5334000" cy="37528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2257425"/>
            <a:ext cx="4876800" cy="3295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43125"/>
            <a:ext cx="3552825" cy="3514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238375"/>
            <a:ext cx="3552825" cy="3314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025" y="2143125"/>
            <a:ext cx="3552825" cy="3514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84041" y="304800"/>
            <a:ext cx="5623917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Priority Recommendations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" y="2114550"/>
            <a:ext cx="3733800" cy="3648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390775"/>
            <a:ext cx="3057525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2341" y="2392858"/>
            <a:ext cx="2283767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2C3E50"/>
                </a:solidFill>
                <a:latin typeface="Arvo"/>
              </a:rPr>
              <a:t>Immediate (1-2 weeks)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2962275"/>
            <a:ext cx="219075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780" y="2943373"/>
            <a:ext cx="2743765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Add visible portfolio content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to showcase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actual projects and technical capabilities.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52425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2860" y="3510111"/>
            <a:ext cx="2204114" cy="5459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Include phone number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in contact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information for direct client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communication.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286250"/>
            <a:ext cx="190500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2860" y="4268837"/>
            <a:ext cx="2656552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Add professional headshot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to build trust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and personal connection with visitors.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848225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2860" y="4835574"/>
            <a:ext cx="2774275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Implement loading states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for better user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experience during React app initialization.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2209800"/>
            <a:ext cx="3733800" cy="34575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486025"/>
            <a:ext cx="3057525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11179" y="2488852"/>
            <a:ext cx="2407592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2C3E50"/>
                </a:solidFill>
                <a:latin typeface="Arvo"/>
              </a:rPr>
              <a:t>Short-term (1-3 months)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1525" y="3048000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43611" y="3039367"/>
            <a:ext cx="2454592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Create blog section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to demonstrate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expertise and improve SEO rankings.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81525" y="3619500"/>
            <a:ext cx="2095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66530" y="3606105"/>
            <a:ext cx="2829788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Add client testimonials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and case studies to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build credibility and social proof.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81525" y="4191000"/>
            <a:ext cx="19050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43611" y="4172842"/>
            <a:ext cx="2867292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Implement analytics tracking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to understand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visitor behavior and optimize conversion.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81525" y="4762500"/>
            <a:ext cx="190500" cy="1809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43611" y="4739580"/>
            <a:ext cx="2479893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Add contact form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with project inquiry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fields for better lead qualification.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96250" y="2114550"/>
            <a:ext cx="3733800" cy="36480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8675" y="2390775"/>
            <a:ext cx="3057525" cy="342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776394" y="2392858"/>
            <a:ext cx="2398662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2C3E50"/>
                </a:solidFill>
                <a:latin typeface="Arvo"/>
              </a:rPr>
              <a:t>Long-term (3-6 months)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48675" y="2952750"/>
            <a:ext cx="161925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81591" y="2943373"/>
            <a:ext cx="2761476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Integrate booking system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for consultation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scheduling and project discussions.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48675" y="3533775"/>
            <a:ext cx="228600" cy="1809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750051" y="3510111"/>
            <a:ext cx="2612499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Add skills assessment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and certification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badges to highlight technical expertise.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8675" y="4086225"/>
            <a:ext cx="22860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50051" y="4076848"/>
            <a:ext cx="2691229" cy="353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Build community features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like newsletter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signup and social media integration.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48675" y="4657725"/>
            <a:ext cx="142875" cy="190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658671" y="4643586"/>
            <a:ext cx="2720548" cy="5459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4495E"/>
                </a:solidFill>
                <a:latin typeface="Inter"/>
              </a:rPr>
              <a:t>Optimize mobile experience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with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progressive web app features and offline</a:t>
            </a:r>
            <a:r>
              <a:rPr sz="1080" b="0" i="0">
                <a:solidFill>
                  <a:srgbClr val="34495E"/>
                </a:solidFill>
                <a:latin typeface="Inter"/>
              </a:rPr>
              <a:t> capability.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73487" y="304800"/>
            <a:ext cx="5444876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2599" y="2197596"/>
            <a:ext cx="4406800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C3E50"/>
                </a:solidFill>
                <a:latin typeface="Arvo"/>
              </a:rPr>
              <a:t>Strategic Implementation Plan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" y="2867025"/>
            <a:ext cx="2476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7800" y="2864346"/>
            <a:ext cx="9461152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Phase 1: Quick Wins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Week 1-2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focus on adding visible portfolio content and contact information for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immediate credibility boost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00425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7800" y="3390007"/>
            <a:ext cx="8605242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Phase 2: Content Strategy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Month 1-3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develop blog, testimonials, and case studies to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improve SEO and social proof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924300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4950" y="3915667"/>
            <a:ext cx="918805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Phase 3: Advanced Features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Month 3-6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implement booking system and mobile optimization for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enhanced user experience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4441328"/>
            <a:ext cx="8659862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495E"/>
                </a:solidFill>
                <a:latin typeface="Inter"/>
              </a:rPr>
              <a:t>Continuous Monitoring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- Track conversion rates, bounce rates, and client inquiries to </a:t>
            </a:r>
            <a:r>
              <a:rPr sz="1200" b="1" i="0">
                <a:solidFill>
                  <a:srgbClr val="34495E"/>
                </a:solidFill>
                <a:latin typeface="Inter"/>
              </a:rPr>
              <a:t> measure improvement success</a:t>
            </a:r>
            <a:r>
              <a:rPr sz="1200" b="0" i="0">
                <a:solidFill>
                  <a:srgbClr val="34495E"/>
                </a:solidFill>
                <a:latin typeface="Inter"/>
              </a:rPr>
              <a:t> 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038725"/>
            <a:ext cx="99060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400" y="5146178"/>
            <a:ext cx="9386441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2C3E50"/>
                </a:solidFill>
                <a:latin typeface="Times New Roman"/>
              </a:rPr>
              <a:t>Success Metrics:</a:t>
            </a:r>
            <a:r>
              <a:rPr sz="1200" b="0" i="1">
                <a:solidFill>
                  <a:srgbClr val="34495E"/>
                </a:solidFill>
                <a:latin typeface="Times New Roman"/>
              </a:rPr>
              <a:t> Expect 40-60% improvement in user engagement, 25-35% increase in contact form submissions, and enhanced professional credibility</a:t>
            </a:r>
            <a:r>
              <a:rPr sz="1200" b="0" i="1">
                <a:solidFill>
                  <a:srgbClr val="34495E"/>
                </a:solidFill>
                <a:latin typeface="Times New Roman"/>
              </a:rPr>
              <a:t> within 6 months of implementation.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88419" y="304800"/>
            <a:ext cx="461501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2C3E50"/>
                </a:solidFill>
                <a:latin typeface="Arvo"/>
              </a:rPr>
              <a:t>Expected Impact &amp; ROI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971550"/>
            <a:ext cx="5124450" cy="4048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247775"/>
            <a:ext cx="4495800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4328" y="1246286"/>
            <a:ext cx="2292994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C3E50"/>
                </a:solidFill>
                <a:latin typeface="Arvo"/>
              </a:rPr>
              <a:t>Projected Benefits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924050"/>
            <a:ext cx="20002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290" y="1914822"/>
            <a:ext cx="3879413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34495E"/>
                </a:solidFill>
                <a:latin typeface="Inter"/>
              </a:rPr>
              <a:t>40-60% increase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in visitor engagement through visible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portfolio content and improved user experience.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619375"/>
            <a:ext cx="2476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6850" y="2623393"/>
            <a:ext cx="3713916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34495E"/>
                </a:solidFill>
                <a:latin typeface="Inter"/>
              </a:rPr>
              <a:t>25-35% boost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in lead generation with contact forms,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testimonials, and clear service offerings.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475" y="3333750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7290" y="3331964"/>
            <a:ext cx="3825686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34495E"/>
                </a:solidFill>
                <a:latin typeface="Inter"/>
              </a:rPr>
              <a:t>Enhanced SEO performance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through blog content and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improved site structure for better search rankings.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4048125"/>
            <a:ext cx="2476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6850" y="4040534"/>
            <a:ext cx="3649176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34495E"/>
                </a:solidFill>
                <a:latin typeface="Inter"/>
              </a:rPr>
              <a:t>Increased credibility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with social proof elements and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professional portfolio showcase.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971550"/>
            <a:ext cx="5124450" cy="40481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1247775"/>
            <a:ext cx="449580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72226" y="1246286"/>
            <a:ext cx="2457747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C3E50"/>
                </a:solidFill>
                <a:latin typeface="Arvo"/>
              </a:rPr>
              <a:t>Business Outcomes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1914525"/>
            <a:ext cx="123825" cy="2190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53225" y="1914822"/>
            <a:ext cx="4312205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34495E"/>
                </a:solidFill>
                <a:latin typeface="Inter"/>
              </a:rPr>
              <a:t>Higher project values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through improved client perception and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professional presentation.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2619375"/>
            <a:ext cx="200025" cy="2190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27490" y="2623393"/>
            <a:ext cx="3818245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34495E"/>
                </a:solidFill>
                <a:latin typeface="Inter"/>
              </a:rPr>
              <a:t>Reduced sales cycle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with clear portfolio examples and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streamlined contact processes.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3333750"/>
            <a:ext cx="228600" cy="2190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2344" y="3331964"/>
            <a:ext cx="4055030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34495E"/>
                </a:solidFill>
                <a:latin typeface="Inter"/>
              </a:rPr>
              <a:t>Competitive advantage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over other Austin developers with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comprehensive online presence.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675" y="4038600"/>
            <a:ext cx="209550" cy="2190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27490" y="4040534"/>
            <a:ext cx="4151768" cy="398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34495E"/>
                </a:solidFill>
                <a:latin typeface="Inter"/>
              </a:rPr>
              <a:t>Long-term growth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through improved brand recognition and</a:t>
            </a:r>
            <a:r>
              <a:rPr sz="1139" b="0" i="0">
                <a:solidFill>
                  <a:srgbClr val="34495E"/>
                </a:solidFill>
                <a:latin typeface="Inter"/>
              </a:rPr>
              <a:t> client referral potential.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7350" y="5086350"/>
            <a:ext cx="8877300" cy="19335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47182" y="5425380"/>
            <a:ext cx="489763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Arvo"/>
              </a:rPr>
              <a:t>Next Steps: Transform Your Digital Presence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4584" y="5842545"/>
            <a:ext cx="7959030" cy="678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Inter"/>
              </a:rPr>
              <a:t>Implementing these strategic improvements will position gavineanthony.com as a leading full-stack developer</a:t>
            </a:r>
            <a:r>
              <a:rPr sz="1200" b="0" i="0">
                <a:solidFill>
                  <a:srgbClr val="FFFFFF"/>
                </a:solidFill>
                <a:latin typeface="Inter"/>
              </a:rPr>
              <a:t> portfolio in Austin, driving measurable business growth and establishing a strong foundation for long-term</a:t>
            </a:r>
            <a:r>
              <a:rPr sz="1200" b="0" i="0">
                <a:solidFill>
                  <a:srgbClr val="FFFFFF"/>
                </a:solidFill>
                <a:latin typeface="Inter"/>
              </a:rPr>
              <a:t>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